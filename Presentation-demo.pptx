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8" r:id="rId4"/>
    <p:sldMasterId id="2147483720" r:id="rId5"/>
  </p:sldMasterIdLst>
  <p:notesMasterIdLst>
    <p:notesMasterId r:id="rId16"/>
  </p:notesMasterIdLst>
  <p:sldIdLst>
    <p:sldId id="313" r:id="rId6"/>
    <p:sldId id="604" r:id="rId7"/>
    <p:sldId id="611" r:id="rId8"/>
    <p:sldId id="605" r:id="rId9"/>
    <p:sldId id="606" r:id="rId10"/>
    <p:sldId id="607" r:id="rId11"/>
    <p:sldId id="608" r:id="rId12"/>
    <p:sldId id="609" r:id="rId13"/>
    <p:sldId id="610" r:id="rId14"/>
    <p:sldId id="603" r:id="rId15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1F0D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BFA38-A5F2-4AC7-9261-5E988E00D3F4}" v="2" dt="2021-11-01T03:22:52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31"/>
    <p:restoredTop sz="94688"/>
  </p:normalViewPr>
  <p:slideViewPr>
    <p:cSldViewPr snapToGrid="0">
      <p:cViewPr varScale="1">
        <p:scale>
          <a:sx n="75" d="100"/>
          <a:sy n="75" d="100"/>
        </p:scale>
        <p:origin x="176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. Kabiruzzaman" userId="6ded3dbc-3596-4a7a-93e7-ec1de6630a67" providerId="ADAL" clId="{688BFA38-A5F2-4AC7-9261-5E988E00D3F4}"/>
    <pc:docChg chg="custSel modSld">
      <pc:chgData name="Dr. Md. Kabiruzzaman" userId="6ded3dbc-3596-4a7a-93e7-ec1de6630a67" providerId="ADAL" clId="{688BFA38-A5F2-4AC7-9261-5E988E00D3F4}" dt="2021-11-01T03:38:09.901" v="14" actId="478"/>
      <pc:docMkLst>
        <pc:docMk/>
      </pc:docMkLst>
      <pc:sldChg chg="addSp delSp mod">
        <pc:chgData name="Dr. Md. Kabiruzzaman" userId="6ded3dbc-3596-4a7a-93e7-ec1de6630a67" providerId="ADAL" clId="{688BFA38-A5F2-4AC7-9261-5E988E00D3F4}" dt="2021-11-01T03:37:37.639" v="2" actId="478"/>
        <pc:sldMkLst>
          <pc:docMk/>
          <pc:sldMk cId="361167288" sldId="286"/>
        </pc:sldMkLst>
        <pc:inkChg chg="add del">
          <ac:chgData name="Dr. Md. Kabiruzzaman" userId="6ded3dbc-3596-4a7a-93e7-ec1de6630a67" providerId="ADAL" clId="{688BFA38-A5F2-4AC7-9261-5E988E00D3F4}" dt="2021-11-01T03:37:37.639" v="2" actId="478"/>
          <ac:inkMkLst>
            <pc:docMk/>
            <pc:sldMk cId="361167288" sldId="286"/>
            <ac:inkMk id="4" creationId="{E1BE645F-AF84-4AAD-9F7C-FAD39164D64E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7:44.137" v="3" actId="478"/>
        <pc:sldMkLst>
          <pc:docMk/>
          <pc:sldMk cId="1826422241" sldId="287"/>
        </pc:sldMkLst>
        <pc:inkChg chg="add del">
          <ac:chgData name="Dr. Md. Kabiruzzaman" userId="6ded3dbc-3596-4a7a-93e7-ec1de6630a67" providerId="ADAL" clId="{688BFA38-A5F2-4AC7-9261-5E988E00D3F4}" dt="2021-11-01T03:37:44.137" v="3" actId="478"/>
          <ac:inkMkLst>
            <pc:docMk/>
            <pc:sldMk cId="1826422241" sldId="287"/>
            <ac:inkMk id="4" creationId="{A7A80FC4-55E3-4467-A583-FC2BD5C076B7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7:45.911" v="4" actId="478"/>
        <pc:sldMkLst>
          <pc:docMk/>
          <pc:sldMk cId="813530200" sldId="288"/>
        </pc:sldMkLst>
        <pc:inkChg chg="add del">
          <ac:chgData name="Dr. Md. Kabiruzzaman" userId="6ded3dbc-3596-4a7a-93e7-ec1de6630a67" providerId="ADAL" clId="{688BFA38-A5F2-4AC7-9261-5E988E00D3F4}" dt="2021-11-01T03:37:45.911" v="4" actId="478"/>
          <ac:inkMkLst>
            <pc:docMk/>
            <pc:sldMk cId="813530200" sldId="288"/>
            <ac:inkMk id="3" creationId="{CB255115-DAD3-4924-8B03-89B8A438D076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7:48.336" v="5" actId="478"/>
        <pc:sldMkLst>
          <pc:docMk/>
          <pc:sldMk cId="1404316313" sldId="289"/>
        </pc:sldMkLst>
        <pc:inkChg chg="add del">
          <ac:chgData name="Dr. Md. Kabiruzzaman" userId="6ded3dbc-3596-4a7a-93e7-ec1de6630a67" providerId="ADAL" clId="{688BFA38-A5F2-4AC7-9261-5E988E00D3F4}" dt="2021-11-01T03:37:48.336" v="5" actId="478"/>
          <ac:inkMkLst>
            <pc:docMk/>
            <pc:sldMk cId="1404316313" sldId="289"/>
            <ac:inkMk id="3" creationId="{BA83C927-91D3-4190-ABC4-48D83B605446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7:50.510" v="6" actId="478"/>
        <pc:sldMkLst>
          <pc:docMk/>
          <pc:sldMk cId="1356773926" sldId="290"/>
        </pc:sldMkLst>
        <pc:inkChg chg="add del">
          <ac:chgData name="Dr. Md. Kabiruzzaman" userId="6ded3dbc-3596-4a7a-93e7-ec1de6630a67" providerId="ADAL" clId="{688BFA38-A5F2-4AC7-9261-5E988E00D3F4}" dt="2021-11-01T03:37:50.510" v="6" actId="478"/>
          <ac:inkMkLst>
            <pc:docMk/>
            <pc:sldMk cId="1356773926" sldId="290"/>
            <ac:inkMk id="3" creationId="{ECF27346-87DD-4F1A-92B5-13ED25E82D57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7:52.496" v="7" actId="478"/>
        <pc:sldMkLst>
          <pc:docMk/>
          <pc:sldMk cId="3036439514" sldId="291"/>
        </pc:sldMkLst>
        <pc:inkChg chg="add del">
          <ac:chgData name="Dr. Md. Kabiruzzaman" userId="6ded3dbc-3596-4a7a-93e7-ec1de6630a67" providerId="ADAL" clId="{688BFA38-A5F2-4AC7-9261-5E988E00D3F4}" dt="2021-11-01T03:37:52.496" v="7" actId="478"/>
          <ac:inkMkLst>
            <pc:docMk/>
            <pc:sldMk cId="3036439514" sldId="291"/>
            <ac:inkMk id="3" creationId="{D3C5A210-3B3B-46E2-8F94-B466BD18FA4F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7:55.001" v="8" actId="478"/>
        <pc:sldMkLst>
          <pc:docMk/>
          <pc:sldMk cId="778219587" sldId="292"/>
        </pc:sldMkLst>
        <pc:inkChg chg="add del">
          <ac:chgData name="Dr. Md. Kabiruzzaman" userId="6ded3dbc-3596-4a7a-93e7-ec1de6630a67" providerId="ADAL" clId="{688BFA38-A5F2-4AC7-9261-5E988E00D3F4}" dt="2021-11-01T03:37:55.001" v="8" actId="478"/>
          <ac:inkMkLst>
            <pc:docMk/>
            <pc:sldMk cId="778219587" sldId="292"/>
            <ac:inkMk id="3" creationId="{A7ADCC00-D85F-4587-85C3-53271752E7E5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7:57.123" v="9" actId="478"/>
        <pc:sldMkLst>
          <pc:docMk/>
          <pc:sldMk cId="3531047666" sldId="293"/>
        </pc:sldMkLst>
        <pc:inkChg chg="add del">
          <ac:chgData name="Dr. Md. Kabiruzzaman" userId="6ded3dbc-3596-4a7a-93e7-ec1de6630a67" providerId="ADAL" clId="{688BFA38-A5F2-4AC7-9261-5E988E00D3F4}" dt="2021-11-01T03:37:57.123" v="9" actId="478"/>
          <ac:inkMkLst>
            <pc:docMk/>
            <pc:sldMk cId="3531047666" sldId="293"/>
            <ac:inkMk id="3" creationId="{CD9790DF-B6F5-4E04-BD0B-A84A8AB62E82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7:59.511" v="10" actId="478"/>
        <pc:sldMkLst>
          <pc:docMk/>
          <pc:sldMk cId="1406880581" sldId="294"/>
        </pc:sldMkLst>
        <pc:inkChg chg="add del">
          <ac:chgData name="Dr. Md. Kabiruzzaman" userId="6ded3dbc-3596-4a7a-93e7-ec1de6630a67" providerId="ADAL" clId="{688BFA38-A5F2-4AC7-9261-5E988E00D3F4}" dt="2021-11-01T03:37:59.511" v="10" actId="478"/>
          <ac:inkMkLst>
            <pc:docMk/>
            <pc:sldMk cId="1406880581" sldId="294"/>
            <ac:inkMk id="3" creationId="{19B90F2C-7368-4C9B-85B0-1ADE8373FB20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8:01.712" v="11" actId="478"/>
        <pc:sldMkLst>
          <pc:docMk/>
          <pc:sldMk cId="1680730603" sldId="295"/>
        </pc:sldMkLst>
        <pc:inkChg chg="add del">
          <ac:chgData name="Dr. Md. Kabiruzzaman" userId="6ded3dbc-3596-4a7a-93e7-ec1de6630a67" providerId="ADAL" clId="{688BFA38-A5F2-4AC7-9261-5E988E00D3F4}" dt="2021-11-01T03:38:01.712" v="11" actId="478"/>
          <ac:inkMkLst>
            <pc:docMk/>
            <pc:sldMk cId="1680730603" sldId="295"/>
            <ac:inkMk id="3" creationId="{9C508E49-42B6-4903-9D4F-7E45EB184C26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8:04.736" v="12" actId="478"/>
        <pc:sldMkLst>
          <pc:docMk/>
          <pc:sldMk cId="2653471851" sldId="296"/>
        </pc:sldMkLst>
        <pc:inkChg chg="add del">
          <ac:chgData name="Dr. Md. Kabiruzzaman" userId="6ded3dbc-3596-4a7a-93e7-ec1de6630a67" providerId="ADAL" clId="{688BFA38-A5F2-4AC7-9261-5E988E00D3F4}" dt="2021-11-01T03:38:04.736" v="12" actId="478"/>
          <ac:inkMkLst>
            <pc:docMk/>
            <pc:sldMk cId="2653471851" sldId="296"/>
            <ac:inkMk id="3" creationId="{4C750D7A-9FEF-4E51-9E93-0F61F1D27D73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8:07.542" v="13" actId="478"/>
        <pc:sldMkLst>
          <pc:docMk/>
          <pc:sldMk cId="3897114840" sldId="297"/>
        </pc:sldMkLst>
        <pc:inkChg chg="add del">
          <ac:chgData name="Dr. Md. Kabiruzzaman" userId="6ded3dbc-3596-4a7a-93e7-ec1de6630a67" providerId="ADAL" clId="{688BFA38-A5F2-4AC7-9261-5E988E00D3F4}" dt="2021-11-01T03:38:07.542" v="13" actId="478"/>
          <ac:inkMkLst>
            <pc:docMk/>
            <pc:sldMk cId="3897114840" sldId="297"/>
            <ac:inkMk id="4" creationId="{DB343E9D-04C3-4576-988D-6B626689091B}"/>
          </ac:inkMkLst>
        </pc:inkChg>
      </pc:sldChg>
      <pc:sldChg chg="addSp delSp mod">
        <pc:chgData name="Dr. Md. Kabiruzzaman" userId="6ded3dbc-3596-4a7a-93e7-ec1de6630a67" providerId="ADAL" clId="{688BFA38-A5F2-4AC7-9261-5E988E00D3F4}" dt="2021-11-01T03:38:09.901" v="14" actId="478"/>
        <pc:sldMkLst>
          <pc:docMk/>
          <pc:sldMk cId="3596025132" sldId="298"/>
        </pc:sldMkLst>
        <pc:inkChg chg="add del">
          <ac:chgData name="Dr. Md. Kabiruzzaman" userId="6ded3dbc-3596-4a7a-93e7-ec1de6630a67" providerId="ADAL" clId="{688BFA38-A5F2-4AC7-9261-5E988E00D3F4}" dt="2021-11-01T03:38:09.901" v="14" actId="478"/>
          <ac:inkMkLst>
            <pc:docMk/>
            <pc:sldMk cId="3596025132" sldId="298"/>
            <ac:inkMk id="4" creationId="{AC7341D8-A65A-45FE-A840-BED907E648B6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C889D-9EBD-4557-A854-C4A5BFA0BA58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B59BE-046B-4B0B-8C7C-7FB65C8A2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11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DBBE67A-F3BD-4AD1-A63E-CC7EABFF4FB2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85524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48095CB-4C96-4416-9669-BC71DC16DEBE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5645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 dirty="0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1A57E1F8-F03D-48E0-956F-76F548B0F808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73653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75FD6C9-B7EF-4E66-96EC-F32F419A3D1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346575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2A9CA471-3B56-4A40-8820-843C0A92D33C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29303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C42D339-B6AC-484C-AD71-B1CC945FEB6B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6259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A802B35-03DB-4959-92DD-8D5755C1D0D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7604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3028826-690F-43A3-952F-37964C8BF0A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30504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 dirty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F6514E6-4F03-4C90-A6CF-0F48872A4A05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696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F39F92B2-AF4F-47D0-84DE-FDFADA682DD9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1507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782296B-27A5-40E4-B6A0-E586032DB02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94756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4CEAFD3-258C-4B6D-8974-AA6BF4B2924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46538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B1518F21-D86A-4CBB-B550-82F46B0D74B1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89896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 dirty="0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3ED8115-A672-453D-8D1A-EC596797BF67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11537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D6292E9-B531-46C9-BE62-A96D3C71B35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99459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214BC6C4-37CB-4D71-8ED6-C5F52AC4753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91007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921055D6-E672-4A07-B5B0-9EFFD3DD238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5806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EA06D14A-EEA2-4246-90E2-EACE95BEECD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6402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C1C6DBE9-4285-42A8-BD26-C0C586C33BB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08593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 dirty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86C8876-2C82-4EFD-B907-7A22EB2EDAB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19675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B9EC88A-D517-4BC5-ADDD-C81FB6D889F9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37262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ED9CDFD6-BE08-4D6C-8D13-300047686E3C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407935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D4F4243A-0706-44D0-A704-FE5291E109A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24879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FA9BCE7-A82A-4359-B6D1-C8AD50A33DCE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512674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 dirty="0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DE9E3DE1-4874-4F8F-8065-A889630E43F7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67626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17ECBB67-4555-46BB-A9CD-00AF5311A67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12816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E06C8239-8E04-4670-A548-52B2086F6861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18240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39FB232-53F9-4AD3-BF92-96F6E632EB43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808547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BCBEFCE7-14B4-42F9-8914-6E0F7ADE8F60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51948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F4B2249-E401-4950-9686-962D74BF041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964815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 dirty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EA6F851-7ADC-4A86-B923-F3FDB7B4ED2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703229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B54AE220-2C63-4ADE-BD8E-43EC9B692EF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543593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6B9440F-1A1C-424D-9483-8496A4312EDB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8164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8227DE6-FDE2-4CC7-951F-CB9020289DC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52281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6C5A4419-7C45-4180-A306-10D60F8FB34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168904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 dirty="0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1863D17D-BDA5-435A-B809-E5F1D12AEB10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669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7357DDE-26ED-4553-8F17-B4099BDFCC2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87519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C231EC4-24C3-4D2B-94D8-BD81FB93A2EC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23711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9FD2824-C27B-4E4A-AA71-0991E7B229D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885347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1062FB7-332E-4602-8F92-DE773883C7B9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11452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DD9FE35-989F-4DD4-B609-73E961EB82E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9680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 dirty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38F6F3A-213B-4C3E-A989-5E57EE00180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208768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1B8C820-DDB0-4537-A261-5AA8D215F026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55436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6D8682B9-976F-4B53-9F04-8D63F669690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94044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976C102D-E8B6-4ED7-A692-F99EDC1EA61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52683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79A4E743-B43D-4F9B-B06A-E845A63E1132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036026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85800" y="2927426"/>
            <a:ext cx="7772400" cy="1362075"/>
          </a:xfrm>
        </p:spPr>
        <p:txBody>
          <a:bodyPr anchor="t"/>
          <a:lstStyle>
            <a:lvl1pPr algn="l">
              <a:defRPr sz="2250" b="0" cap="none"/>
            </a:lvl1pPr>
          </a:lstStyle>
          <a:p>
            <a:r>
              <a:rPr lang="en-US" altLang="ja-JP" dirty="0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85800" y="4386195"/>
            <a:ext cx="77724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40B6D0A-E072-4A9A-83D4-FCFB4356C58E}" type="datetime1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r>
              <a:rPr kumimoji="0" lang="en-US" sz="900">
                <a:solidFill>
                  <a:srgbClr val="EFEDE3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EFEDE3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EFEDE3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6845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322C1273-E9DF-4BBC-8D9E-DDB47B15850D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33071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848520D2-E66F-4F88-9017-B2BF2F19BD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25664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4CE1DB2-9A72-4305-92B5-36428C53BD85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61200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41B00E44-0812-4B7B-96A8-3A2ED5F9D02E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22630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AD9B2735-CDB1-4B4B-B41E-6B9C46DF95E3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86773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8271" y="719708"/>
            <a:ext cx="2287588" cy="1337695"/>
          </a:xfrm>
        </p:spPr>
        <p:txBody>
          <a:bodyPr anchor="b"/>
          <a:lstStyle>
            <a:lvl1pPr algn="l">
              <a:defRPr sz="1125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 hasCustomPrompt="1"/>
          </p:nvPr>
        </p:nvSpPr>
        <p:spPr>
          <a:xfrm>
            <a:off x="3200400" y="969169"/>
            <a:ext cx="5486400" cy="4370274"/>
          </a:xfrm>
        </p:spPr>
        <p:txBody>
          <a:bodyPr rtlCol="0">
            <a:normAutofit/>
          </a:bodyPr>
          <a:lstStyle>
            <a:lvl1pPr marL="0" indent="0">
              <a:buNone/>
              <a:defRPr sz="18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altLang="ja-JP" noProof="0" dirty="0"/>
              <a:t>Picture</a:t>
            </a:r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2319053"/>
            <a:ext cx="2318657" cy="3020390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2455C2A3-3AF2-48D5-B978-853ECC6CDC4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2210234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5F08553A-3EDF-42E6-9D05-27EEC71CD69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376969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6928732D-AA7C-49CF-933B-31FBBE08509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24105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2057210F-B422-43C5-AF42-AA15C518596F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 dirty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 dirty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4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488FE6E3-93CC-41EA-89C2-9750962A83AA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 dirty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 dirty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80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85D5FBD6-6D17-4430-9FCF-502C06D78CF8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 dirty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 dirty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91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DCC66FFE-AB15-45CD-98EE-68FDA9B61E04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 dirty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 dirty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92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6057875"/>
            <a:ext cx="9144000" cy="79208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80000">
                <a:srgbClr val="85C2FF">
                  <a:alpha val="0"/>
                </a:srgbClr>
              </a:gs>
              <a:gs pos="100000">
                <a:srgbClr val="85C2FF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013"/>
          </a:p>
        </p:txBody>
      </p:sp>
      <p:sp>
        <p:nvSpPr>
          <p:cNvPr id="1029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ja-JP" altLang="en-US"/>
          </a:p>
        </p:txBody>
      </p:sp>
      <p:sp>
        <p:nvSpPr>
          <p:cNvPr id="1030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D22C516D-544B-43F7-A8F7-0E50D688A0D0}" type="datetime1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t>08-Sep-25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 defTabSz="685800">
              <a:defRPr/>
            </a:pPr>
            <a:r>
              <a:rPr kumimoji="0" lang="en-US" sz="900">
                <a:solidFill>
                  <a:srgbClr val="191B0E"/>
                </a:solidFill>
                <a:latin typeface="Franklin Gothic Book" panose="020B0503020102020204"/>
              </a:rPr>
              <a:t>Prepared By: Md. Mamunur Rashid (Tonmoy)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85800">
              <a:defRPr/>
            </a:pPr>
            <a:fld id="{0DE654DB-D7C6-4815-9165-BA926D4AC59F}" type="slidenum">
              <a:rPr kumimoji="0" lang="en-US" sz="900" smtClean="0">
                <a:solidFill>
                  <a:srgbClr val="191B0E"/>
                </a:solidFill>
                <a:latin typeface="Franklin Gothic Book" panose="020B0503020102020204"/>
              </a:rPr>
              <a:pPr defTabSz="685800">
                <a:defRPr/>
              </a:pPr>
              <a:t>‹#›</a:t>
            </a:fld>
            <a:endParaRPr kumimoji="0" lang="en-US" sz="900">
              <a:solidFill>
                <a:srgbClr val="191B0E"/>
              </a:solidFill>
              <a:latin typeface="Franklin Gothic Book" panose="020B0503020102020204"/>
            </a:endParaRPr>
          </a:p>
        </p:txBody>
      </p:sp>
      <p:pic>
        <p:nvPicPr>
          <p:cNvPr id="9" name="Picture 4" descr="Image result for aiub 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6141603"/>
            <a:ext cx="724917" cy="7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02308" y="6057879"/>
            <a:ext cx="266290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1" latinLnBrk="1" hangingPunct="1"/>
            <a:endParaRPr lang="en-US" altLang="ja-JP" sz="900" b="1" i="0" baseline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baseline="0" dirty="0">
                <a:solidFill>
                  <a:srgbClr val="FF6600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Faculty of Engineering</a:t>
            </a:r>
            <a:endParaRPr lang="en-US" altLang="ja-JP" sz="900" b="1" i="0" dirty="0">
              <a:solidFill>
                <a:srgbClr val="FF6600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algn="l" eaLnBrk="1" latinLnBrk="1" hangingPunct="1"/>
            <a:r>
              <a:rPr lang="en-US" altLang="ja-JP" sz="900" b="1" i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American</a:t>
            </a:r>
            <a:r>
              <a:rPr lang="en-US" altLang="ja-JP" sz="900" b="1" i="0" baseline="0" dirty="0">
                <a:solidFill>
                  <a:schemeClr val="tx1"/>
                </a:solidFill>
                <a:latin typeface="Cambria" panose="020405030504060302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 International University-Bangladesh</a:t>
            </a:r>
            <a:endParaRPr lang="en-US" altLang="ja-JP" sz="900" b="1" i="0" dirty="0">
              <a:solidFill>
                <a:schemeClr val="tx1"/>
              </a:solidFill>
              <a:latin typeface="Cambria" panose="020405030504060302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84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75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kumimoji="1" sz="2475">
          <a:solidFill>
            <a:schemeClr val="tx1"/>
          </a:solidFill>
          <a:latin typeface="Calibri" panose="020F0502020204030204" pitchFamily="34" charset="0"/>
          <a:ea typeface="ＭＳ Ｐゴシック"/>
          <a:cs typeface="ＭＳ Ｐゴシック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75" kern="12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ＭＳ Ｐゴシック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125" kern="12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151D6B-E042-7A47-8937-A0E2A3752973}"/>
              </a:ext>
            </a:extLst>
          </p:cNvPr>
          <p:cNvSpPr txBox="1">
            <a:spLocks/>
          </p:cNvSpPr>
          <p:nvPr/>
        </p:nvSpPr>
        <p:spPr>
          <a:xfrm>
            <a:off x="568160" y="46485"/>
            <a:ext cx="8413279" cy="87835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Devices (Section: H ) </a:t>
            </a:r>
          </a:p>
          <a:p>
            <a:pPr algn="ctr"/>
            <a:r>
              <a:rPr lang="en-US" sz="28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(Semester: Summer 2024-2025 )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4370FD-C2B2-5547-A17C-2BB2B513DBCC}"/>
              </a:ext>
            </a:extLst>
          </p:cNvPr>
          <p:cNvSpPr txBox="1">
            <a:spLocks/>
          </p:cNvSpPr>
          <p:nvPr/>
        </p:nvSpPr>
        <p:spPr>
          <a:xfrm>
            <a:off x="714230" y="1213039"/>
            <a:ext cx="7189667" cy="878351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      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Analog Component Tester</a:t>
            </a: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No	  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 </a:t>
            </a:r>
            <a:r>
              <a:rPr lang="en-US" sz="2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09-September-2025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0614BA-EACB-ED12-2475-3354141D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1</a:t>
            </a:fld>
            <a:endParaRPr kumimoji="0" lang="en-US" sz="1800" dirty="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ED769D-1365-D823-DDBA-73CEF8E0F3C2}"/>
              </a:ext>
            </a:extLst>
          </p:cNvPr>
          <p:cNvSpPr txBox="1">
            <a:spLocks/>
          </p:cNvSpPr>
          <p:nvPr/>
        </p:nvSpPr>
        <p:spPr>
          <a:xfrm>
            <a:off x="639280" y="2384169"/>
            <a:ext cx="2614052" cy="417748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76EF64-177B-C6A0-B0EE-EFE278793E38}"/>
              </a:ext>
            </a:extLst>
          </p:cNvPr>
          <p:cNvSpPr txBox="1">
            <a:spLocks/>
          </p:cNvSpPr>
          <p:nvPr/>
        </p:nvSpPr>
        <p:spPr>
          <a:xfrm>
            <a:off x="476720" y="5308493"/>
            <a:ext cx="4796319" cy="41774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Instructor: Dr Nadia Afroze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B0DCC30-ECA6-7D05-DB8A-21B469A34E29}"/>
              </a:ext>
            </a:extLst>
          </p:cNvPr>
          <p:cNvSpPr txBox="1">
            <a:spLocks/>
          </p:cNvSpPr>
          <p:nvPr/>
        </p:nvSpPr>
        <p:spPr>
          <a:xfrm>
            <a:off x="551670" y="5645497"/>
            <a:ext cx="5356755" cy="41774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Demonstrator: MD. Shahin Islam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3F7F3EA-6300-57EE-4DD1-5B638AFCE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847137"/>
              </p:ext>
            </p:extLst>
          </p:nvPr>
        </p:nvGraphicFramePr>
        <p:xfrm>
          <a:off x="714230" y="2866485"/>
          <a:ext cx="7635335" cy="2377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27067">
                  <a:extLst>
                    <a:ext uri="{9D8B030D-6E8A-4147-A177-3AD203B41FA5}">
                      <a16:colId xmlns:a16="http://schemas.microsoft.com/office/drawing/2014/main" val="4099171008"/>
                    </a:ext>
                  </a:extLst>
                </a:gridCol>
                <a:gridCol w="2007493">
                  <a:extLst>
                    <a:ext uri="{9D8B030D-6E8A-4147-A177-3AD203B41FA5}">
                      <a16:colId xmlns:a16="http://schemas.microsoft.com/office/drawing/2014/main" val="2829644484"/>
                    </a:ext>
                  </a:extLst>
                </a:gridCol>
                <a:gridCol w="4100775">
                  <a:extLst>
                    <a:ext uri="{9D8B030D-6E8A-4147-A177-3AD203B41FA5}">
                      <a16:colId xmlns:a16="http://schemas.microsoft.com/office/drawing/2014/main" val="1005713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18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19-41217-2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ISLAM, MD. HASIBUL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08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23-52989-3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ANUAR, MD SAKIL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25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23-52996-3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OSMANI, AKIB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40582"/>
                  </a:ext>
                </a:extLst>
              </a:tr>
              <a:tr h="3479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23-53015-3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14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ASHHAB, SYED ALI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958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23-53408-3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SHADHIN, MD. RASHEDUL ISLAM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13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3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2</a:t>
            </a:fld>
            <a:endParaRPr kumimoji="0" lang="en-US" sz="1800" dirty="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348287" y="133989"/>
            <a:ext cx="4447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 of the project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740C2-A370-EBE0-1B40-6F407838C859}"/>
              </a:ext>
            </a:extLst>
          </p:cNvPr>
          <p:cNvSpPr txBox="1"/>
          <p:nvPr/>
        </p:nvSpPr>
        <p:spPr>
          <a:xfrm>
            <a:off x="369870" y="1250904"/>
            <a:ext cx="42021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Aims &amp; Objectives</a:t>
            </a:r>
          </a:p>
          <a:p>
            <a:pPr marL="457200" indent="-457200">
              <a:buAutoNum type="arabicPeriod"/>
            </a:pPr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457200" indent="-457200">
              <a:buAutoNum type="arabicPeriod"/>
            </a:pPr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>
              <a:buAutoNum type="arabicPeriod"/>
            </a:pPr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457200" indent="-457200">
              <a:buAutoNum type="arabicPeriod"/>
            </a:pPr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AutoNum type="arabicPeriod"/>
            </a:pPr>
            <a:r>
              <a: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8813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3</a:t>
            </a:fld>
            <a:endParaRPr kumimoji="0" lang="en-US" sz="1800" dirty="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549275" y="133989"/>
            <a:ext cx="4045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Aims &amp;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98C03-21F7-5D4A-D9BA-215385BA233C}"/>
              </a:ext>
            </a:extLst>
          </p:cNvPr>
          <p:cNvSpPr txBox="1"/>
          <p:nvPr/>
        </p:nvSpPr>
        <p:spPr>
          <a:xfrm>
            <a:off x="416560" y="1148080"/>
            <a:ext cx="8503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Aim: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and develop a universal analog component tester capable of identifying and testing various electronic components.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B5C3C-4530-2006-A9C0-367B1E2DF9C8}"/>
              </a:ext>
            </a:extLst>
          </p:cNvPr>
          <p:cNvSpPr txBox="1"/>
          <p:nvPr/>
        </p:nvSpPr>
        <p:spPr>
          <a:xfrm>
            <a:off x="152400" y="2576126"/>
            <a:ext cx="76911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cost-effective testing solution for analog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LED &amp; Buzzer -based visual indication system for component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simple and user-friendly testing interface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accurate detection of component functionality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8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4</a:t>
            </a:fld>
            <a:endParaRPr kumimoji="0" lang="en-US" sz="1800" dirty="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A7A1C-60A4-329F-B5AC-5F75928D7D6B}"/>
              </a:ext>
            </a:extLst>
          </p:cNvPr>
          <p:cNvSpPr txBox="1"/>
          <p:nvPr/>
        </p:nvSpPr>
        <p:spPr>
          <a:xfrm>
            <a:off x="436880" y="1091095"/>
            <a:ext cx="8249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component testing is crucial in electronics troubleshooting and quality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A6A75-EE1C-418A-7CDC-1D9833E3E726}"/>
              </a:ext>
            </a:extLst>
          </p:cNvPr>
          <p:cNvSpPr txBox="1"/>
          <p:nvPr/>
        </p:nvSpPr>
        <p:spPr>
          <a:xfrm>
            <a:off x="436880" y="1972892"/>
            <a:ext cx="863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for a simple, portable device to quickly test analog components without expensive equipment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08C59-1480-9DC9-864B-694B1BAFA863}"/>
              </a:ext>
            </a:extLst>
          </p:cNvPr>
          <p:cNvSpPr txBox="1"/>
          <p:nvPr/>
        </p:nvSpPr>
        <p:spPr>
          <a:xfrm>
            <a:off x="436880" y="2996472"/>
            <a:ext cx="8636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testing common analog components ( Resistors, Capacitors, Diodes, Transistors)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basic electronic principles for component verification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visual LED indicators for result display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44290-37E1-002E-1FBE-468871BA63E5}"/>
              </a:ext>
            </a:extLst>
          </p:cNvPr>
          <p:cNvSpPr txBox="1"/>
          <p:nvPr/>
        </p:nvSpPr>
        <p:spPr>
          <a:xfrm>
            <a:off x="436880" y="5128047"/>
            <a:ext cx="8707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labs, repair shops, educational institutions, hobbyist projects</a:t>
            </a:r>
          </a:p>
        </p:txBody>
      </p:sp>
    </p:spTree>
    <p:extLst>
      <p:ext uri="{BB962C8B-B14F-4D97-AF65-F5344CB8AC3E}">
        <p14:creationId xmlns:p14="http://schemas.microsoft.com/office/powerpoint/2010/main" val="308683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5</a:t>
            </a:fld>
            <a:endParaRPr kumimoji="0" lang="en-US" sz="1800" dirty="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94822-250E-A459-70E2-654B13DF0D32}"/>
              </a:ext>
            </a:extLst>
          </p:cNvPr>
          <p:cNvSpPr txBox="1"/>
          <p:nvPr/>
        </p:nvSpPr>
        <p:spPr>
          <a:xfrm>
            <a:off x="0" y="1166563"/>
            <a:ext cx="866103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Design Approach: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/>
              <a:t>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( ) transistor as switching element</a:t>
            </a:r>
          </a:p>
          <a:p>
            <a:r>
              <a:rPr lang="en-US" sz="2400" b="1" dirty="0"/>
              <a:t>  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LED indicators  (LED1, LED2,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LED3) for status display</a:t>
            </a:r>
          </a:p>
          <a:p>
            <a:r>
              <a:rPr lang="en-US" sz="2400" b="1" dirty="0"/>
              <a:t>   •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Incorporated buzzer (200Hz) for audio feedback</a:t>
            </a:r>
          </a:p>
          <a:p>
            <a:r>
              <a:rPr lang="en-US" sz="2400" b="1" dirty="0"/>
              <a:t>   •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current limiting resistors (R2: 47Ω,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R3: 22kΩ, R4: 1kΩ)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D820A-7273-12F2-C7F5-77020D812358}"/>
              </a:ext>
            </a:extLst>
          </p:cNvPr>
          <p:cNvSpPr txBox="1"/>
          <p:nvPr/>
        </p:nvSpPr>
        <p:spPr>
          <a:xfrm>
            <a:off x="139885" y="3725848"/>
            <a:ext cx="86610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Principle: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under test connected via ____ terminals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analyzes electrical characteristics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displayed through LED pattern combinations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51AAA-18DB-6C0B-524D-6FF8D67CABA6}"/>
              </a:ext>
            </a:extLst>
          </p:cNvPr>
          <p:cNvSpPr txBox="1"/>
          <p:nvPr/>
        </p:nvSpPr>
        <p:spPr>
          <a:xfrm>
            <a:off x="139885" y="5364265"/>
            <a:ext cx="8661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10V battery system for portability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8C5329-8DF5-2090-F72F-5C2C04B236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3"/>
          <a:stretch>
            <a:fillRect/>
          </a:stretch>
        </p:blipFill>
        <p:spPr>
          <a:xfrm>
            <a:off x="5758365" y="1449416"/>
            <a:ext cx="3182435" cy="22058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085222-5F80-5D3B-C2B5-2C4406CE2B69}"/>
              </a:ext>
            </a:extLst>
          </p:cNvPr>
          <p:cNvSpPr txBox="1"/>
          <p:nvPr/>
        </p:nvSpPr>
        <p:spPr>
          <a:xfrm>
            <a:off x="5466080" y="3718560"/>
            <a:ext cx="383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01 : Circuit Diagram for Universal Analog Component Tester</a:t>
            </a:r>
          </a:p>
        </p:txBody>
      </p:sp>
    </p:spTree>
    <p:extLst>
      <p:ext uri="{BB962C8B-B14F-4D97-AF65-F5344CB8AC3E}">
        <p14:creationId xmlns:p14="http://schemas.microsoft.com/office/powerpoint/2010/main" val="120398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6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A5516-89F3-A1F6-3809-7A0C9140F458}"/>
              </a:ext>
            </a:extLst>
          </p:cNvPr>
          <p:cNvSpPr txBox="1"/>
          <p:nvPr/>
        </p:nvSpPr>
        <p:spPr>
          <a:xfrm>
            <a:off x="3837399" y="3049224"/>
            <a:ext cx="4849401" cy="2677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Instructions:</a:t>
            </a: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use only key points &amp; align them as a bullet.</a:t>
            </a: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Figures must have proper number &amp; caption.</a:t>
            </a: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slide number must be 10, any slide can’t be added or deleted.</a:t>
            </a:r>
          </a:p>
        </p:txBody>
      </p:sp>
    </p:spTree>
    <p:extLst>
      <p:ext uri="{BB962C8B-B14F-4D97-AF65-F5344CB8AC3E}">
        <p14:creationId xmlns:p14="http://schemas.microsoft.com/office/powerpoint/2010/main" val="89505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7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Discussion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74A2C1C-B870-6CA0-382C-D94FEDA5B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" y="1048456"/>
            <a:ext cx="886968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Cost-effective solution compared to commercial testers </a:t>
            </a:r>
          </a:p>
          <a:p>
            <a:pPr lvl="1"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Portable and battery-operated design </a:t>
            </a:r>
          </a:p>
          <a:p>
            <a:pPr lvl="1"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 operation requiring minimal training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9EAEE1A-FD34-B6B8-8DA6-21C04B8D0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" y="2690707"/>
            <a:ext cx="886968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basic analog components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provide precise measurements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depends on component tolerance</a:t>
            </a:r>
          </a:p>
        </p:txBody>
      </p:sp>
    </p:spTree>
    <p:extLst>
      <p:ext uri="{BB962C8B-B14F-4D97-AF65-F5344CB8AC3E}">
        <p14:creationId xmlns:p14="http://schemas.microsoft.com/office/powerpoint/2010/main" val="1952962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8</a:t>
            </a:fld>
            <a:endParaRPr kumimoji="0" lang="en-US" sz="1800" dirty="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</a:t>
            </a:r>
          </a:p>
        </p:txBody>
      </p:sp>
    </p:spTree>
    <p:extLst>
      <p:ext uri="{BB962C8B-B14F-4D97-AF65-F5344CB8AC3E}">
        <p14:creationId xmlns:p14="http://schemas.microsoft.com/office/powerpoint/2010/main" val="3150944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F6837-E763-34F3-D949-E399DA44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0DE654DB-D7C6-4815-9165-BA926D4AC59F}" type="slidenum">
              <a:rPr kumimoji="0" lang="en-US" sz="1800" smtClean="0">
                <a:solidFill>
                  <a:srgbClr val="191B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defTabSz="685800">
                <a:defRPr/>
              </a:pPr>
              <a:t>9</a:t>
            </a:fld>
            <a:endParaRPr kumimoji="0" lang="en-US" sz="1800">
              <a:solidFill>
                <a:srgbClr val="191B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1B693-5626-DF7C-1D68-0BA85D8FB35D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4D738-AA0E-8700-08DB-F30B8475FA4E}"/>
              </a:ext>
            </a:extLst>
          </p:cNvPr>
          <p:cNvSpPr txBox="1"/>
          <p:nvPr/>
        </p:nvSpPr>
        <p:spPr>
          <a:xfrm>
            <a:off x="2776591" y="133989"/>
            <a:ext cx="359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References</a:t>
            </a:r>
          </a:p>
        </p:txBody>
      </p:sp>
    </p:spTree>
    <p:extLst>
      <p:ext uri="{BB962C8B-B14F-4D97-AF65-F5344CB8AC3E}">
        <p14:creationId xmlns:p14="http://schemas.microsoft.com/office/powerpoint/2010/main" val="268618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B60151-275B-234C-B96C-37225154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F6B988-E08C-4CCC-98F2-2921209802BF}" type="slidenum">
              <a:rPr lang="ja-JP" altLang="en-US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ja-JP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Architecture | AIUB">
            <a:extLst>
              <a:ext uri="{FF2B5EF4-FFF2-40B4-BE49-F238E27FC236}">
                <a16:creationId xmlns:a16="http://schemas.microsoft.com/office/drawing/2014/main" id="{9C4F54D5-F909-CADF-466E-565344A0F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2481"/>
            <a:ext cx="9144000" cy="520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EA8F9D-28B9-547A-0356-19E4D60BFEE6}"/>
              </a:ext>
            </a:extLst>
          </p:cNvPr>
          <p:cNvSpPr/>
          <p:nvPr/>
        </p:nvSpPr>
        <p:spPr>
          <a:xfrm>
            <a:off x="0" y="0"/>
            <a:ext cx="9144000" cy="852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464068" y="-24476"/>
            <a:ext cx="621586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n-US" altLang="ja-JP" sz="4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411562256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2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3.xml><?xml version="1.0" encoding="utf-8"?>
<a:theme xmlns:a="http://schemas.openxmlformats.org/drawingml/2006/main" name="2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4.xml><?xml version="1.0" encoding="utf-8"?>
<a:theme xmlns:a="http://schemas.openxmlformats.org/drawingml/2006/main" name="3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5.xml><?xml version="1.0" encoding="utf-8"?>
<a:theme xmlns:a="http://schemas.openxmlformats.org/drawingml/2006/main" name="4_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2E072E0-9131-4F2B-BBDD-0C6C09A0DDB9}" vid="{96902E53-7297-44C2-A73C-48ADE784363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</TotalTime>
  <Words>439</Words>
  <Application>Microsoft Office PowerPoint</Application>
  <PresentationFormat>On-screen Show (4:3)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Cambria</vt:lpstr>
      <vt:lpstr>Franklin Gothic Book</vt:lpstr>
      <vt:lpstr>Times New Roman</vt:lpstr>
      <vt:lpstr>Theme1</vt:lpstr>
      <vt:lpstr>1_Theme1</vt:lpstr>
      <vt:lpstr>2_Theme1</vt:lpstr>
      <vt:lpstr>3_Theme1</vt:lpstr>
      <vt:lpstr>4_Theme1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CLIPPERS</dc:title>
  <dc:creator>Md. Mamunur Rashid</dc:creator>
  <cp:lastModifiedBy>AKIB OSMANI</cp:lastModifiedBy>
  <cp:revision>223</cp:revision>
  <dcterms:created xsi:type="dcterms:W3CDTF">2016-06-11T11:25:17Z</dcterms:created>
  <dcterms:modified xsi:type="dcterms:W3CDTF">2025-09-08T16:19:43Z</dcterms:modified>
</cp:coreProperties>
</file>